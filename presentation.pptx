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绿证金融应用方案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三峡集团×金融机构×浙江省政府 三方交流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2026 年 3 月  上海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主办：三峡集团  协办：浙江省发改委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CC71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01  背景与机遇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02  产品体系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03  核心产品：质押贷款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04  重点产品：供应链金融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05  绿色债券融资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06  浙江制造业需求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07  政策支持建议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08  合作模式与分工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09  收益分析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10  时间表与行动计划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AE60"/>
                </a:solidFill>
              </a:defRPr>
            </a:pPr>
            <a:r>
              <a:t>重点：03-04 页（核心产品）  目标：签署合作意向书（MOU）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01  背景与机遇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3200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政策背景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291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国办发 4 号文</a:t>
            </a:r>
            <a:br/>
            <a:r>
              <a:t>• 浙江双碳政策</a:t>
            </a:r>
            <a:br/>
            <a:r>
              <a:t>• 绿色金融支持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3200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市场空间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91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50 万 + 企业</a:t>
            </a:r>
            <a:br/>
            <a:r>
              <a:t>• 5000 万张/年</a:t>
            </a:r>
            <a:br/>
            <a:r>
              <a:t>• 250 亿规模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657600" cy="3200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参与方价值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291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三峡：主导</a:t>
            </a:r>
            <a:br/>
            <a:r>
              <a:t>• 银行：收益</a:t>
            </a:r>
            <a:br/>
            <a:r>
              <a:t>• 企业：融资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</a:defRPr>
            </a:pPr>
            <a:r>
              <a:t>核心机遇：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✅ 政策窗口期（国办发 4 号文刚发布）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✅ 市场需求旺（浙江制造业绿电替代）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✅ 金融支持强（绿色金融政策完善）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AE60"/>
                </a:solidFill>
              </a:defRPr>
            </a:pPr>
            <a:r>
              <a:t>市场空间：1000 亿元 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02  产品体系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97280"/>
            <a:ext cx="3047695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绿证金融产品体系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3200400" cy="6400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信贷类产品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286000"/>
            <a:ext cx="3200400" cy="6400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债券类产品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286000"/>
            <a:ext cx="3200400" cy="6400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创新类产品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质押贷款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挂钩贷款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59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供应链金融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474720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绿色债券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206240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绿证 ABS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474720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价格保险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4206240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ESG 基金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937759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数字人民币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优先级：⭐⭐⭐⭐⭐ 质押贷款、挂钩贷款、供应链金融、绿色债券  |  ⭐⭐⭐⭐ 绿证 ABS、ESG 基金  |  ⭐⭐⭐ 价格保险、数字人民币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